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F23B62-2EE8-8D1C-71DA-9257460C3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26BBC1E-A30A-093F-4E78-D8ACA3F19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02BF28-79BE-255D-59CF-41E198109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169A54A-2E7D-4536-692B-FC5DAC58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EFC898-199B-0AAE-FA31-37611928A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7347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25142D-D83D-B657-CAD9-D5DFB4BE6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B84E01-BBB9-28AE-8DEF-A6BAE8599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C26462-C6C4-2952-8E7B-D314597B8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F9340D-693C-9DA8-BAF0-5DC3C43A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250E713-5FFE-B9D4-E4D0-9DC746678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618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1A8C4A-ED27-54B5-DF85-23871521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CE5CBBF-E9A4-1AA4-CEB4-D1F127DB5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B2B9BA-06FD-8D74-0610-2F9E7CFE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14AB68-69FA-1442-550F-F34B323EC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D75B347-0D12-AEFA-69AB-5345BDEF0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4037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1F9BF0-C203-9292-6EE0-D12D4ED59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D50329-43BC-14CB-6B2E-BC1BDE2345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C8F80B-5337-3F07-C5EF-08FEBF6F49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A232F61-D8AB-23C1-2845-36082BEB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42A95DE-F829-5585-140A-39916AEE5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C383FA1-8163-7203-D2C1-ABFF0261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8525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128C1E-8090-9F90-F26C-308EC628B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9D49D07-DB34-B8D0-F9FC-1C39A49C2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8E0F13F-57EC-1063-8142-29C565C7FD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98E8CE-7747-4BF7-48D8-8C71AF6E84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844BEE7-8AB5-E00D-E9A0-32DEA14218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5586534-F562-1624-8A28-EF900FFE6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9EA222C-A2F1-E7B8-1AE9-630081EC9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CFC202C-77D0-9B49-C4A3-ABB6CC45E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482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C5ACE8-179C-D394-6FA7-F4C55F91C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5FDDA12-24EA-DDD6-0C62-9CF347F73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340563B-6100-A522-558D-CFE9A5157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765606-9863-E652-76A3-0E51B70A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1740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9900CE7-5B8C-44CF-7574-67CC459ED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2A4B6DA-0B1C-72FA-5EC4-4045E386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18896F-6199-9BA6-590F-7E2B2B9F1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6026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E68769-AF34-0CD8-87DC-B7BA73225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6F5BA5-0DF1-8132-2BE4-5D7DA4C0F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B516F7-CD47-F8ED-D037-D9B8516136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75AD09-5F4D-331B-7159-753E818BF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399690-8158-A326-A5A2-D7933FD2B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D51E86-0772-A722-99A3-998F6EDA0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245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56E77F-1BA6-3804-4AEA-258479634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6BAB8AC-EB0E-15B6-AD01-C427BAE86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EFAAF19-95D4-77F5-0CA3-1F022E578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031BD7-02C5-3C58-935F-50CF0712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E79D50F-19C3-3C09-A42E-0EB127D8B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01302D5-29BB-8DDD-FD3B-06BE25208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556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4DC294-50BD-BEF3-893F-C30D968B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8601E02-4000-511E-13F9-22DAD26C4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51A0B1-D28F-1006-21F7-35111BBA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7E22CB-C73C-912B-FEFC-34EBD80A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EC6D011-A021-A797-ED4F-E75F3C0B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46335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1E6E52E-34AE-D575-DB43-FBCE1609DA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2FE72F3-C238-CC15-1FCF-02EA54DD5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D074A1-B31A-481B-802C-4D278A68C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0F8CD96-B05D-6865-475D-2A7B2A3B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E262FB-B91C-493A-2EC9-72B6B92D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4316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4444AC3-3DFB-B6AB-635F-62296D63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7BA9FA-07EE-FD8F-F69E-FB7D651A3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E9A25CC-F23D-16AB-FF38-9CC02A4321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0E8B9-CB83-4004-A90B-ADA299875B27}" type="datetimeFigureOut">
              <a:rPr lang="fr-FR" smtClean="0"/>
              <a:t>21/01/2026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D0B70F2-AEC8-3D53-24FB-B269A933D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E315B-CDFB-D102-B1FD-7D9B034C6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9158B-993F-4CFC-8996-109DBD5603D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43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93DC2FA1-8CC1-D391-B904-315386ED0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071"/>
            <a:ext cx="12192000" cy="6805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75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logiciel, Logiciel multimédia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C57FBCB8-1646-FFE7-63C7-159323A6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1" y="0"/>
            <a:ext cx="121596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59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CFE50190-E0B7-8785-4F9F-40BD305F7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23"/>
            <a:ext cx="12192000" cy="685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609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nombre&#10;&#10;Le contenu généré par l’IA peut être incorrect.">
            <a:extLst>
              <a:ext uri="{FF2B5EF4-FFF2-40B4-BE49-F238E27FC236}">
                <a16:creationId xmlns:a16="http://schemas.microsoft.com/office/drawing/2014/main" id="{F9BD1BAD-B123-896C-67F0-3FDF4AA2F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4" y="0"/>
            <a:ext cx="121451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092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logiciel, nombre, Icône d’ordinateur&#10;&#10;Le contenu généré par l’IA peut être incorrect.">
            <a:extLst>
              <a:ext uri="{FF2B5EF4-FFF2-40B4-BE49-F238E27FC236}">
                <a16:creationId xmlns:a16="http://schemas.microsoft.com/office/drawing/2014/main" id="{B74B1E42-399E-54D2-F783-3C83279DF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6" y="0"/>
            <a:ext cx="12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673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35DB38BF-659C-DD80-5746-8C4AE847D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79" y="0"/>
            <a:ext cx="120738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85531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Aurélien PRAT</dc:creator>
  <cp:lastModifiedBy>Aurélien PRAT</cp:lastModifiedBy>
  <cp:revision>1</cp:revision>
  <dcterms:created xsi:type="dcterms:W3CDTF">2026-01-21T22:02:59Z</dcterms:created>
  <dcterms:modified xsi:type="dcterms:W3CDTF">2026-01-21T22:05:12Z</dcterms:modified>
</cp:coreProperties>
</file>