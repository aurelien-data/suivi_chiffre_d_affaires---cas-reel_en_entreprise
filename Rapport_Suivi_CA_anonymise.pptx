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8CBDFC-BF5A-902A-36F9-2F34CF7FE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42C1FA-8E93-2639-519F-4329EE952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E739DB-BB99-5612-E012-F03F574A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8CDE29-4138-1506-E843-95D1B10F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129D83-2F78-2F1A-24C5-BD9CDDC6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38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D23CF3-2A0E-B9DB-AD3A-FC226C8D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4635F-35E3-01DE-B9E3-CEE696F8A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DA47F9-CE11-586F-CEDE-AC4B845B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6ADAC-42EE-174E-622E-11E55BAB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2A01CF-755E-04EC-D8E6-AEC6EEFE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0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4F815-E142-BBC0-3069-B60E975D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033290-89E5-B4AA-CBC9-E876A4416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12D876-47F7-0422-E729-9F86C599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45866-1EAD-7D63-D12C-80633274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6D4E60-4592-8FE7-DBE0-EB020880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70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0D0C9-BE52-A518-F98A-A03B23F8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AC5198-D6BA-AC74-A726-719461A27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CE114E-1338-F292-5495-EB1C87688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02FCDD-831C-64DD-E922-94480460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24307B-A8A1-5335-94A9-40FF9622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A9DD45-9EA0-5B4A-2A2F-90F0E970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86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C7521-FF6D-A032-89EA-DFE4FA00C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F3158-E7D7-AD90-C46B-D3B0633DF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FC2528-CCC5-9A42-B21E-41A34A563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A54D71-7544-687F-4F0F-4F1A8C057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5F23D25-5CD6-6049-13C2-B13E53776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C8A5EB-0951-6C0C-CB16-EA4F9F98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DF8C45-7DDB-0AEE-42B3-6FEE7988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6DFBED4-31B7-88A2-7D67-D35C176C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75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EA331-0C52-60CD-C64F-F782B526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5E1087-1AA6-B017-00F2-7C556549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370E53-6B79-3F29-0E2E-749EF3D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2EAFC4-CF3C-FF23-93F4-87DEA9FE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90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0C76CF-07A7-4B3E-2973-EBA88A53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0C09498-C6B1-A6FB-B4A8-11CAD467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2935B3-5ACF-4192-33CD-635EBD84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00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FD297-71A0-1F4B-1D08-B795CE38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8BB44-1A88-A167-C712-7DF14F4D7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93A125-D2FD-556E-9EFD-A13025863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88E0E6-BBD0-5409-5358-26BA0B08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D23203-49F4-B832-CDCB-C99A0C63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58EA85-A3BD-8859-5662-E5BC0188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3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002EC-E2C8-EFEB-9803-1DDC2315F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BF056B-A103-C0E0-8303-AD04D8B8E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743B8B-2B91-B39B-7238-8C68DC8C1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109044-2F3D-9BFD-0DCE-F2DB5BEC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3E1139-1528-F68E-09B2-15644B5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FEA770-C168-5044-D763-CB37580D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38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1B4E1-6149-9EA0-E17C-276739A3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946883-3E24-F962-2F59-C7C7B1259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1A5D66-CEF6-9933-04E4-D3632755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9D623F-2EF2-CEED-EDD1-529DD7DC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60B8E4-33A7-9491-CF37-3A6CA197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37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7896E2A-6E37-A67A-E8CF-A3EDE9CE2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296C3B-575D-CC14-AF72-DB8BDBCCE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EB5C72-24E3-DE76-91EE-D0BBCB4E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41D88A-4F78-75B0-07CF-6A95F5D7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57384-1AD5-23AC-41CB-7ED2A015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75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57B60A3-50C1-973B-CD5B-418518F9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464508-7E3C-F8AB-615F-CA4371413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816C46-F63B-ECBA-EE9C-8BF46854F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A5349-5B88-45AE-9A4B-2AF75106BEEA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3CED80-8224-C636-98E4-2C6BFAAED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F9BF20-E543-E205-D858-3744BAE4E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3BFDF-2C04-4A24-9EF0-1050EE6C89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0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48CFB1F4-F04B-EE07-D1E6-4D3463B04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" y="0"/>
            <a:ext cx="12154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6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7208144-73D3-941D-B13B-E8EB01FCC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7"/>
            <a:ext cx="12192000" cy="68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3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18AE2AF-1A9F-9BB4-3013-BACCC6F91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6" y="0"/>
            <a:ext cx="12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6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410A61F4-032D-7281-C575-69175E76C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7" y="0"/>
            <a:ext cx="12162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0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nombre, affichage&#10;&#10;Le contenu généré par l’IA peut être incorrect.">
            <a:extLst>
              <a:ext uri="{FF2B5EF4-FFF2-40B4-BE49-F238E27FC236}">
                <a16:creationId xmlns:a16="http://schemas.microsoft.com/office/drawing/2014/main" id="{871740D2-90F3-62A4-4218-1BE3E8650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" y="0"/>
            <a:ext cx="12133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6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BA70942F-2F77-EEEF-299A-C2363FF7C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5" y="0"/>
            <a:ext cx="12156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9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B85130DA-1758-7848-7BD5-35304A2A6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" y="0"/>
            <a:ext cx="12152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02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Aurélien PRAT</dc:creator>
  <cp:lastModifiedBy>Aurélien PRAT</cp:lastModifiedBy>
  <cp:revision>1</cp:revision>
  <dcterms:created xsi:type="dcterms:W3CDTF">2026-01-21T22:05:24Z</dcterms:created>
  <dcterms:modified xsi:type="dcterms:W3CDTF">2026-01-21T22:07:49Z</dcterms:modified>
</cp:coreProperties>
</file>